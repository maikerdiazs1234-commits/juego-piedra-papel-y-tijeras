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120" y="-1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0" y="457200"/>
            <a:ext cx="2743200" cy="8229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INICIO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645920"/>
            <a:ext cx="27432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 err="1"/>
              <a:t>Mostrar</a:t>
            </a:r>
            <a:r>
              <a:rPr sz="1400" dirty="0"/>
              <a:t> </a:t>
            </a:r>
            <a:r>
              <a:rPr sz="1400" dirty="0" err="1"/>
              <a:t>menú</a:t>
            </a:r>
            <a:r>
              <a:rPr sz="1400" dirty="0"/>
              <a:t>:</a:t>
            </a:r>
          </a:p>
          <a:p>
            <a:r>
              <a:rPr sz="1400" dirty="0"/>
              <a:t>1. Piedra</a:t>
            </a:r>
          </a:p>
          <a:p>
            <a:r>
              <a:rPr sz="1400" dirty="0"/>
              <a:t>2. </a:t>
            </a:r>
            <a:r>
              <a:rPr sz="1400" dirty="0" err="1"/>
              <a:t>Papel</a:t>
            </a:r>
            <a:endParaRPr sz="1400" dirty="0"/>
          </a:p>
          <a:p>
            <a:r>
              <a:rPr sz="1400" dirty="0"/>
              <a:t>3. </a:t>
            </a:r>
            <a:r>
              <a:rPr sz="1400" dirty="0" err="1"/>
              <a:t>Tijera</a:t>
            </a:r>
            <a:endParaRPr sz="1400" dirty="0"/>
          </a:p>
        </p:txBody>
      </p:sp>
      <p:sp>
        <p:nvSpPr>
          <p:cNvPr id="5" name="Rectangle 4"/>
          <p:cNvSpPr/>
          <p:nvPr/>
        </p:nvSpPr>
        <p:spPr>
          <a:xfrm>
            <a:off x="3657600" y="4023360"/>
            <a:ext cx="27432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opción</a:t>
            </a:r>
            <a:r>
              <a:rPr dirty="0"/>
              <a:t> </a:t>
            </a:r>
            <a:r>
              <a:rPr dirty="0" err="1"/>
              <a:t>aleatoria</a:t>
            </a:r>
            <a:r>
              <a:rPr dirty="0"/>
              <a:t> PC</a:t>
            </a:r>
          </a:p>
        </p:txBody>
      </p:sp>
      <p:sp>
        <p:nvSpPr>
          <p:cNvPr id="6" name="Diamond 5"/>
          <p:cNvSpPr/>
          <p:nvPr/>
        </p:nvSpPr>
        <p:spPr>
          <a:xfrm>
            <a:off x="3657600" y="5394960"/>
            <a:ext cx="2743200" cy="146304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¿Jugador = PC?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7132320"/>
            <a:ext cx="27432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Evaluar ganador</a:t>
            </a:r>
          </a:p>
          <a:p>
            <a:r>
              <a:t>(Gana / Pierde)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657600" y="8321040"/>
            <a:ext cx="2743200" cy="822960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Mostrar resultado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9509760"/>
            <a:ext cx="2743200" cy="8229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FIN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0CBD64-4189-4A26-8F16-24B38A999584}"/>
              </a:ext>
            </a:extLst>
          </p:cNvPr>
          <p:cNvSpPr/>
          <p:nvPr/>
        </p:nvSpPr>
        <p:spPr>
          <a:xfrm>
            <a:off x="3657600" y="2902998"/>
            <a:ext cx="27432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Ingrese su elección (1-3):</a:t>
            </a:r>
          </a:p>
          <a:p>
            <a:pPr algn="ctr"/>
            <a:endParaRPr lang="es-EC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C74853B-8283-4B61-A83F-303823D095F1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5029200" y="12801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05E7048-1D3B-4151-837B-02F0E02C6F1E}"/>
              </a:ext>
            </a:extLst>
          </p:cNvPr>
          <p:cNvCxnSpPr>
            <a:stCxn id="3" idx="2"/>
            <a:endCxn id="10" idx="0"/>
          </p:cNvCxnSpPr>
          <p:nvPr/>
        </p:nvCxnSpPr>
        <p:spPr>
          <a:xfrm>
            <a:off x="5029200" y="2468880"/>
            <a:ext cx="0" cy="434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144031D-604A-46FC-8461-04FB572195D7}"/>
              </a:ext>
            </a:extLst>
          </p:cNvPr>
          <p:cNvCxnSpPr>
            <a:stCxn id="10" idx="2"/>
            <a:endCxn id="5" idx="0"/>
          </p:cNvCxnSpPr>
          <p:nvPr/>
        </p:nvCxnSpPr>
        <p:spPr>
          <a:xfrm>
            <a:off x="5029200" y="3725958"/>
            <a:ext cx="0" cy="297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888696B-35CD-4005-904C-40F2C6DD5C2C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029200" y="4846320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5DD84E1-08EB-4A8B-8B0C-5867B6CB008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029200" y="6858000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662F0D4-4126-4C4F-8AA7-B19A750DD86C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029200" y="795528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4EAB9F4-7880-4009-86AE-B976F247EC57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029200" y="914400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</Words>
  <Application>Microsoft Office PowerPoint</Application>
  <PresentationFormat>Presentación en pantalla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Usuario</dc:creator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2026-02-12T16:51:46Z</dcterms:modified>
  <cp:category/>
</cp:coreProperties>
</file>